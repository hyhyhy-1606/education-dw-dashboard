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Education Data Warehouse &amp;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Nhà kho dữ liệu tích hợp cho trung tâm đào tạo</a:t>
            </a:r>
          </a:p>
          <a:p>
            <a:r>
              <a:t>Nhóm 2 thành viên | [Họ tên – MSSV]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1. Bối cảnh &amp; bài toán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Dữ liệu marketing, lead, đăng ký, học tập và hướng nghiệp thường nằm ở các tệp/hệ thống riêng.</a:t>
            </a:r>
          </a:p>
          <a:p>
            <a:pPr>
              <a:defRPr sz="2000"/>
            </a:pPr>
            <a:r>
              <a:t>Khó thống nhất KPI, đối chiếu dữ liệu và theo dõi vòng đời học viên.</a:t>
            </a:r>
          </a:p>
          <a:p>
            <a:pPr>
              <a:defRPr sz="2000"/>
            </a:pPr>
            <a:r>
              <a:t>Mục tiêu: tích hợp dữ liệu và tạo dashboard hỗ trợ quyết định.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Ghi chú thuyết trình: Nêu vấn đề quản trị và câu hỏi kinh doanh.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2. Nguồn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7 bảng CSV: students, campaigns, leads, enrollments, courses, learning records, career guidance.</a:t>
            </a:r>
          </a:p>
          <a:p>
            <a:pPr>
              <a:defRPr sz="2000"/>
            </a:pPr>
            <a:r>
              <a:t>Dữ liệu tổng hợp mô phỏng; có lỗi chất lượng được cài có chủ đích.</a:t>
            </a:r>
          </a:p>
          <a:p>
            <a:pPr>
              <a:defRPr sz="2000"/>
            </a:pPr>
            <a:r>
              <a:t>Không chứa hồ sơ học viên thật; không dùng số liệu để kết luận về doanh nghiệp thật.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Ghi chú thuyết trình: Nhấn mạnh nguồn và giới hạn dữ liệu.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3. Kiến trúc đề xuất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Nguồn CSV → Bronze → Silver → Gold → Data Mart / BI.</a:t>
            </a:r>
          </a:p>
          <a:p>
            <a:pPr>
              <a:defRPr sz="2000"/>
            </a:pPr>
            <a:r>
              <a:t>Python/Pandas: profiling và làm sạch; BigQuery: kho phân tích.</a:t>
            </a:r>
          </a:p>
          <a:p>
            <a:pPr>
              <a:defRPr sz="2000"/>
            </a:pPr>
            <a:r>
              <a:t>dbt: mô hình SQL, phụ thuộc và test; dashboard: Streamlit prototype.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Ghi chú thuyết trình: Phân biệt kiến trúc thiết kế với cloud deployment chưa thực hiện.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4. 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Fact_Lead: một dòng/lead; Fact_Enrollment: một dòng/đăng ký.</a:t>
            </a:r>
          </a:p>
          <a:p>
            <a:pPr>
              <a:defRPr sz="2000"/>
            </a:pPr>
            <a:r>
              <a:t>Fact_Learning: một dòng/bản ghi buổi học; Fact_Career_Guidance: một dòng/buổi tư vấn.</a:t>
            </a:r>
          </a:p>
          <a:p>
            <a:pPr>
              <a:defRPr sz="2000"/>
            </a:pPr>
            <a:r>
              <a:t>Dimensions: Date, Student, Course, Campaign; grain được định nghĩa trước khi join.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Ghi chú thuyết trình: Giải thích grain và nguy cơ nhân bản số tiền.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5. Pipeline ETL/ELT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Đọc CSV → profiling → chuẩn hóa kiểu/trạng thái → kiểm tra miền giá trị.</a:t>
            </a:r>
          </a:p>
          <a:p>
            <a:pPr>
              <a:defRPr sz="2000"/>
            </a:pPr>
            <a:r>
              <a:t>Khử trùng lặp theo khóa; kiểm tra khóa ngoại; xuất tệp Silver.</a:t>
            </a:r>
          </a:p>
          <a:p>
            <a:pPr>
              <a:defRPr sz="2000"/>
            </a:pPr>
            <a:r>
              <a:t>Nạp Bronze lên BigQuery; dbt tạo mô hình Silver/Gold và kiểm thử.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Ghi chú thuyết trình: Nêu ví dụ lỗi: trạng thái chữ thường, ID sai, giá trị âm, điểm ngoài miền.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6. Data Mart &amp; 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Marketing: leads, conversion rate, cost per lead.</a:t>
            </a:r>
          </a:p>
          <a:p>
            <a:pPr>
              <a:defRPr sz="2000"/>
            </a:pPr>
            <a:r>
              <a:t>Enrollment/Revenue: lượt đăng ký, doanh thu ghi nhận, giảm giá, hủy/hoàn.</a:t>
            </a:r>
          </a:p>
          <a:p>
            <a:pPr>
              <a:defRPr sz="2000"/>
            </a:pPr>
            <a:r>
              <a:t>Learning &amp; Guidance: attendance rate, điểm trung bình, phiên tư vấn, hài lòng.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Ghi chú thuyết trình: Giải thích rõ công thức và giả định ghi nhận doanh thu.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7. Dashboard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Tổng quan: leads, converted leads, conversion rate, revenue.</a:t>
            </a:r>
          </a:p>
          <a:p>
            <a:pPr>
              <a:defRPr sz="2000"/>
            </a:pPr>
            <a:r>
              <a:t>Marketing theo chiến dịch; doanh thu theo khóa học; điểm danh và điểm đánh giá.</a:t>
            </a:r>
          </a:p>
          <a:p>
            <a:pPr>
              <a:defRPr sz="2000"/>
            </a:pPr>
            <a:r>
              <a:t>Dashboard Streamlit hiện đọc CSV Silver local; chưa kết nối BigQuery.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Ghi chú thuyết trình: Demo dashboard local nếu đã chạy; không khẳng định cloud.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8. Kiểm thử &amp; bằng chứng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Kiểm tra khóa duy nhất, điểm 0–10, hài lòng 1–5, giá trị tiền không âm.</a:t>
            </a:r>
          </a:p>
          <a:p>
            <a:pPr>
              <a:defRPr sz="2000"/>
            </a:pPr>
            <a:r>
              <a:t>Đối chiếu số dòng raw/Silver và kiểm tra khóa ngoại.</a:t>
            </a:r>
          </a:p>
          <a:p>
            <a:pPr>
              <a:defRPr sz="2000"/>
            </a:pPr>
            <a:r>
              <a:t>Cần chạy notebook, dbt debug/run/test và chèn log/ảnh chụp thực tế.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Ghi chú thuyết trình: Thay placeholder bằng kết quả chạy thật trước khi thuyết trình.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9. Khuyến nghị &amp; hạn chế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Chuẩn hóa định nghĩa KPI và quy tắc hủy/hoàn.</a:t>
            </a:r>
          </a:p>
          <a:p>
            <a:pPr>
              <a:defRPr sz="2000"/>
            </a:pPr>
            <a:r>
              <a:t>Theo dõi chất lượng lead, không chỉ tổng số lead; tránh join làm nhân bản chi phí.</a:t>
            </a:r>
          </a:p>
          <a:p>
            <a:pPr>
              <a:defRPr sz="2000"/>
            </a:pPr>
            <a:r>
              <a:t>Hạn chế: dữ liệu mô phỏng, cloud chưa thiết lập, chưa có orchestration và dữ liệu lịch sử thật.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Ghi chú thuyết trình: Không đưa ra khuyến nghị ngân sách thật từ dữ liệu giả lập.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10. Kết luận &amp; phân công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Thành viên 1: dữ liệu, profiling, Star Schema, data dictionary.</a:t>
            </a:r>
          </a:p>
          <a:p>
            <a:pPr>
              <a:defRPr sz="2000"/>
            </a:pPr>
            <a:r>
              <a:t>Thành viên 2: BigQuery/dbt, Data Mart, dashboard và kiểm thử.</a:t>
            </a:r>
          </a:p>
          <a:p>
            <a:pPr>
              <a:defRPr sz="2000"/>
            </a:pPr>
            <a:r>
              <a:t>Cả nhóm: tích hợp báo cáo, xác minh số liệu và thuyết trình.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Ghi chú thuyết trình: Tổng thời lượng khoảng 10 phút; bổ sung tên/MSSV và mức đóng góp thực tế.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